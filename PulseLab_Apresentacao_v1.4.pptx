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 a todos. Hoje apresento o PulseLab, uma plataforma de observabilidade e Learning Analytics desenvolvida para oficinas de robótica educacional.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avaliamos o aprendizado em robótica, nos deparamos com uma caixa-preta: vemos o robô final, mas não o processo real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PulseLab roda em segundo plano e aplica formulários simples nos minutos 20 e 40 da oficina, capturando o estado do aluno sem interromper o fluxo.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arquitetura é dividida em quatro pilares principais, garantindo resiliência offline, segurança no Supabase e flexibilidade via GitOps.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exato milissegundo em que o aluno responde, o agente captura a tela do LEGO SPIKE. Isso gera o grounding visual indispensável para validar o relato subjetivo.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Tudo foi construído sob estritos princípios da LGPD e diretrizes éticas do CEP/CONEP: sem captura de nomes, webcam ou áudio.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conta com landing page, simulador web para testes navegáveis e toda a fundamentação acadêmica documentada.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 PulseLab, conseguimos entender não apenas SE o aluno aprendeu, mas COMO o aprendizado e a colaboração acontecem a cada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PULSELAB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Observabilidade Distribuída em Robótica Educativa com Multimodal Learning Analytics (MMLA)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051560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389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1.4.0 Live  |  Projeto Robótica Educativa  |  LGPD &amp; Ética by Design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 CIENTÍFICO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"Caixa-Preta" das Oficinas de Robótica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200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Efeito Hawthorne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3017520"/>
            <a:ext cx="2651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estudante altera seu comportamento natural ao se perceber continuamente observado por um pesquisador físico.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0" y="1828800"/>
            <a:ext cx="3200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1031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Alto Custo Logístico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80560" y="3017520"/>
            <a:ext cx="2651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Impossibilidade financeira e operacional de enviar equipes de observação física para dezenas de escolas simultaneamente.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80960" y="1828800"/>
            <a:ext cx="3200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21031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Perda do Processo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55280" y="3017520"/>
            <a:ext cx="2651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Avaliações tradicionais focam apenas no robô pronto, ignorando momentos cruciais de dúvida, frustração e colaboração.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 PULSELAB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Passiva &amp; Checkpoints Estruturados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Checkpoints Absolutos (20' e 40')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Pop-ups lúdicos padronizados disparados no tempo exato da atividade.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10515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0175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Autorrelato Rápido &amp; Objetivo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esforço mental (1-4), progresso percebido e papel na dupla.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10515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605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Deslocamento de Tempo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526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tempo de resposta do aluno não atrasa o próximo checkpoint.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5166360"/>
            <a:ext cx="10515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3035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em Tempo Real (Pesquisa-Ação)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5669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"Precisamos de ajuda" alerta o instrutor instantaneamente.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TECNOLÓGICA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Distribuída em 4 Pilares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Coletor Desktop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 WPF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 em segundo plano para Windows com pop-ups e captura atômica.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Central Analytics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09360" y="22860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Web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6517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em Dark Mode com visões de qualidade (research_session_quality).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206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Simulador Web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/ Vite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9377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navegável para testes de cenários em Linux, macOS e Windows.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4023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4206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Backend &amp; GitOps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45720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+ GitHub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49377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com RLS e atualização remota de pesquisas via config.json.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MMLA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Triangulação Multimodal &amp; Visual Grounding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da Sessão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Escola, turma, idade, autoeficácia e papel atribuído (Montador ou Programador).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10515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0175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Percebido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Auto-relato ordinal de esforço mental (1-4), bloqueios e pedidos de ajuda.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10515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605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Visual &amp; Telemetria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526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da janela do LEGO SPIKE no ms exato + inatividade minimizada.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5166360"/>
            <a:ext cx="10515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3035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Qualidade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5669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do tempo auditável com latência de resposta, declínios e resiliência offline.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&amp; ÉTICA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Rigorosa dos Dados (LGPD by Design)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4937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65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Pseudonimização Total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por installation_id por máquina. Nenhum nome de estudante é armazenado.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737360"/>
            <a:ext cx="4937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965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Telemetria Minimizada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2423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apenas categorias de softwares (ex: IDE, Navegador). Sem títulos de janela ou keylogging.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4937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51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Privado &amp; RLS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4709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gravados em bucket privado do Supabase com acesso restrito a backend autorizado.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4023360"/>
            <a:ext cx="4937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251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Biometria ou Áudio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09360" y="4709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gravação de áudio, imagem de webcam ou rastreamento facial é utilizada.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DO PROJETO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Entregáveis &amp; Ferramentas de Demonstração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GitHub Pages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interativa com galeria visual e simulador ao vivo (index.html).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10515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0175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 Web Navegável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React para homologar o agente sem máquinas Windows (web/agent-simulator).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10515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605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Acadêmico v1.4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526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Fundamentação psicométrica e modelos de estatística ordinal (docs/).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5166360"/>
            <a:ext cx="10515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3035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 TCC &amp; Banca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5669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 de capítulos e fundamentação técnica para bancas examinadoras.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Futuro da Observabilidade em Robótica Educativa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PulseLab não substitui o professor nem julga o aluno: ele ilumina a jornada do aprendizado em robótica."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Escala multicêntrica de baixo custo logístico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Integração imediata entre pesquisa e ação pedagógica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Transparência total sobre a qualidade e amostragem dos dados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2026-08-12T15:32:15Z</dcterms:created>
  <dcterms:modified xsi:type="dcterms:W3CDTF">2026-08-12T15:32:15Z</dcterms:modified>
</cp:coreProperties>
</file>